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70" r:id="rId3"/>
    <p:sldId id="272" r:id="rId4"/>
    <p:sldId id="273" r:id="rId5"/>
  </p:sldIdLst>
  <p:sldSz cx="9144000" cy="5143500" type="screen16x9"/>
  <p:notesSz cx="6797675" cy="9928225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74">
          <p15:clr>
            <a:srgbClr val="A4A3A4"/>
          </p15:clr>
        </p15:guide>
        <p15:guide id="2" pos="2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>
      <p:cViewPr varScale="1">
        <p:scale>
          <a:sx n="196" d="100"/>
          <a:sy n="196" d="100"/>
        </p:scale>
        <p:origin x="184" y="216"/>
      </p:cViewPr>
      <p:guideLst>
        <p:guide orient="horz" pos="2974"/>
        <p:guide pos="21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en-US" altLang="zh-CN"/>
              <a:t>2026/5/27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5028" y="1347464"/>
            <a:ext cx="6467825" cy="363815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73788" y="5187735"/>
            <a:ext cx="5390305" cy="42445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07D18B-8943-D4D2-7F14-4DFE9CB0769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EC345-9560-C1C4-6A14-753F072B0FA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16C3-BA28-F071-D80F-24E6EF17C4B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139CE-BB24-AFCB-2889-A2D77AB14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34938" y="1347788"/>
            <a:ext cx="6467475" cy="36385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96D63-598C-74C2-7051-7B6B2221E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A4BCC-396F-00B6-94D8-48BB778C5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EC345-9560-C1C4-6A14-753F072B0FA7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80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BD49-DA1C-3997-CA3E-55AAC61984A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320E3-51D0-D935-6AE8-C7514E664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34938" y="1347788"/>
            <a:ext cx="6467475" cy="36385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63765-B828-977C-6315-A462293399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0EBA-B2F8-CD16-90D1-D3EE6F62EC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EC345-9560-C1C4-6A14-753F072B0FA7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746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685800" y="1594485"/>
            <a:ext cx="7772400" cy="1080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2880360"/>
            <a:ext cx="6400798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1" i="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1" i="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 bwMode="auto">
          <a:xfrm>
            <a:off x="4709159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1" i="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451815" y="521822"/>
            <a:ext cx="824036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404040"/>
                </a:solidFill>
                <a:latin typeface="微软雅黑"/>
                <a:cs typeface="微软雅黑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312292" y="1347216"/>
            <a:ext cx="8519414" cy="278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108960" y="4783455"/>
            <a:ext cx="2926079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 bwMode="auto">
          <a:xfrm>
            <a:off x="0" y="0"/>
            <a:ext cx="9144000" cy="3032760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object 3"/>
          <p:cNvSpPr txBox="1"/>
          <p:nvPr/>
        </p:nvSpPr>
        <p:spPr bwMode="auto">
          <a:xfrm>
            <a:off x="1623060" y="3253035"/>
            <a:ext cx="5893435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120"/>
              </a:lnSpc>
              <a:defRPr/>
            </a:pPr>
            <a:r>
              <a:rPr sz="4200" spc="-5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北京外国语大学PPT模</a:t>
            </a:r>
            <a:r>
              <a:rPr sz="4200" spc="5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板</a:t>
            </a:r>
            <a:endParaRPr sz="42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 bwMode="auto">
          <a:xfrm>
            <a:off x="1276985" y="4156075"/>
            <a:ext cx="1273175" cy="0"/>
          </a:xfrm>
          <a:custGeom>
            <a:avLst/>
            <a:gdLst/>
            <a:ahLst/>
            <a:cxnLst/>
            <a:rect l="l" t="t" r="r" b="b"/>
            <a:pathLst>
              <a:path w="1273175" extrusionOk="0">
                <a:moveTo>
                  <a:pt x="0" y="0"/>
                </a:moveTo>
                <a:lnTo>
                  <a:pt x="1273175" y="0"/>
                </a:lnTo>
              </a:path>
            </a:pathLst>
          </a:custGeom>
          <a:ln w="15875">
            <a:solidFill>
              <a:srgbClr val="091E5B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" name="object 5"/>
          <p:cNvSpPr/>
          <p:nvPr/>
        </p:nvSpPr>
        <p:spPr bwMode="auto">
          <a:xfrm>
            <a:off x="2549651" y="4122622"/>
            <a:ext cx="76200" cy="75565"/>
          </a:xfrm>
          <a:custGeom>
            <a:avLst/>
            <a:gdLst/>
            <a:ahLst/>
            <a:cxnLst/>
            <a:rect l="l" t="t" r="r" b="b"/>
            <a:pathLst>
              <a:path w="76200" h="75564" extrusionOk="0">
                <a:moveTo>
                  <a:pt x="47206" y="75004"/>
                </a:moveTo>
                <a:lnTo>
                  <a:pt x="7469" y="59310"/>
                </a:lnTo>
                <a:lnTo>
                  <a:pt x="0" y="37897"/>
                </a:lnTo>
                <a:lnTo>
                  <a:pt x="2917" y="23939"/>
                </a:lnTo>
                <a:lnTo>
                  <a:pt x="10309" y="12299"/>
                </a:lnTo>
                <a:lnTo>
                  <a:pt x="21211" y="3984"/>
                </a:lnTo>
                <a:lnTo>
                  <a:pt x="34653" y="0"/>
                </a:lnTo>
                <a:lnTo>
                  <a:pt x="50108" y="2297"/>
                </a:lnTo>
                <a:lnTo>
                  <a:pt x="62578" y="8870"/>
                </a:lnTo>
                <a:lnTo>
                  <a:pt x="71456" y="18833"/>
                </a:lnTo>
                <a:lnTo>
                  <a:pt x="76133" y="31298"/>
                </a:lnTo>
                <a:lnTo>
                  <a:pt x="74197" y="47586"/>
                </a:lnTo>
                <a:lnTo>
                  <a:pt x="68189" y="60556"/>
                </a:lnTo>
                <a:lnTo>
                  <a:pt x="58921" y="69824"/>
                </a:lnTo>
                <a:lnTo>
                  <a:pt x="47206" y="75004"/>
                </a:lnTo>
                <a:close/>
              </a:path>
            </a:pathLst>
          </a:custGeom>
          <a:solidFill>
            <a:srgbClr val="091E5A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" name="object 6"/>
          <p:cNvSpPr/>
          <p:nvPr/>
        </p:nvSpPr>
        <p:spPr bwMode="auto">
          <a:xfrm>
            <a:off x="6587490" y="4156075"/>
            <a:ext cx="1273175" cy="0"/>
          </a:xfrm>
          <a:custGeom>
            <a:avLst/>
            <a:gdLst/>
            <a:ahLst/>
            <a:cxnLst/>
            <a:rect l="l" t="t" r="r" b="b"/>
            <a:pathLst>
              <a:path w="1273175" extrusionOk="0">
                <a:moveTo>
                  <a:pt x="0" y="0"/>
                </a:moveTo>
                <a:lnTo>
                  <a:pt x="1273175" y="0"/>
                </a:lnTo>
              </a:path>
            </a:pathLst>
          </a:custGeom>
          <a:ln w="15875">
            <a:solidFill>
              <a:srgbClr val="091E5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" name="object 8"/>
          <p:cNvSpPr/>
          <p:nvPr/>
        </p:nvSpPr>
        <p:spPr bwMode="auto">
          <a:xfrm>
            <a:off x="6541006" y="4125203"/>
            <a:ext cx="75565" cy="74930"/>
          </a:xfrm>
          <a:custGeom>
            <a:avLst/>
            <a:gdLst/>
            <a:ahLst/>
            <a:cxnLst/>
            <a:rect l="l" t="t" r="r" b="b"/>
            <a:pathLst>
              <a:path w="75565" h="74929" extrusionOk="0">
                <a:moveTo>
                  <a:pt x="46404" y="74911"/>
                </a:moveTo>
                <a:lnTo>
                  <a:pt x="6663" y="59329"/>
                </a:lnTo>
                <a:lnTo>
                  <a:pt x="0" y="38364"/>
                </a:lnTo>
                <a:lnTo>
                  <a:pt x="2325" y="24213"/>
                </a:lnTo>
                <a:lnTo>
                  <a:pt x="9327" y="12469"/>
                </a:lnTo>
                <a:lnTo>
                  <a:pt x="19980" y="4082"/>
                </a:lnTo>
                <a:lnTo>
                  <a:pt x="33260" y="0"/>
                </a:lnTo>
                <a:lnTo>
                  <a:pt x="48839" y="2251"/>
                </a:lnTo>
                <a:lnTo>
                  <a:pt x="61382" y="8746"/>
                </a:lnTo>
                <a:lnTo>
                  <a:pt x="70315" y="18611"/>
                </a:lnTo>
                <a:lnTo>
                  <a:pt x="75065" y="30970"/>
                </a:lnTo>
                <a:lnTo>
                  <a:pt x="73173" y="47343"/>
                </a:lnTo>
                <a:lnTo>
                  <a:pt x="67229" y="60367"/>
                </a:lnTo>
                <a:lnTo>
                  <a:pt x="58038" y="69677"/>
                </a:lnTo>
                <a:lnTo>
                  <a:pt x="46404" y="74911"/>
                </a:lnTo>
                <a:close/>
              </a:path>
            </a:pathLst>
          </a:custGeom>
          <a:solidFill>
            <a:srgbClr val="091E5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object 9"/>
          <p:cNvSpPr txBox="1"/>
          <p:nvPr/>
        </p:nvSpPr>
        <p:spPr bwMode="auto">
          <a:xfrm>
            <a:off x="2819400" y="4080167"/>
            <a:ext cx="345376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  <a:defRPr/>
            </a:pPr>
            <a:r>
              <a:rPr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BEIJING</a:t>
            </a:r>
            <a:r>
              <a:rPr lang="en-US"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 FOREIGN </a:t>
            </a:r>
            <a:r>
              <a:rPr lang="en-US"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STUDIES </a:t>
            </a:r>
            <a:r>
              <a:rPr lang="en-US"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UNIVERSITY</a:t>
            </a:r>
            <a:endParaRPr/>
          </a:p>
        </p:txBody>
      </p:sp>
      <p:sp>
        <p:nvSpPr>
          <p:cNvPr id="10" name="object 10"/>
          <p:cNvSpPr/>
          <p:nvPr/>
        </p:nvSpPr>
        <p:spPr bwMode="auto">
          <a:xfrm>
            <a:off x="1764792" y="4503420"/>
            <a:ext cx="931544" cy="317500"/>
          </a:xfrm>
          <a:custGeom>
            <a:avLst/>
            <a:gdLst/>
            <a:ahLst/>
            <a:cxnLst/>
            <a:rect l="l" t="t" r="r" b="b"/>
            <a:pathLst>
              <a:path w="931544" h="317500" extrusionOk="0">
                <a:moveTo>
                  <a:pt x="0" y="0"/>
                </a:moveTo>
                <a:lnTo>
                  <a:pt x="931163" y="0"/>
                </a:lnTo>
                <a:lnTo>
                  <a:pt x="931163" y="316991"/>
                </a:lnTo>
                <a:lnTo>
                  <a:pt x="0" y="316991"/>
                </a:lnTo>
                <a:lnTo>
                  <a:pt x="0" y="0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" name="object 11"/>
          <p:cNvSpPr txBox="1"/>
          <p:nvPr/>
        </p:nvSpPr>
        <p:spPr bwMode="auto">
          <a:xfrm>
            <a:off x="1981200" y="4552950"/>
            <a:ext cx="1539240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</a:t>
            </a:r>
            <a:r>
              <a:rPr sz="1400" spc="-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sz="1400" spc="-2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aseline="-250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XXX</a:t>
            </a:r>
            <a:endParaRPr sz="1400" baseline="-25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 bwMode="auto">
          <a:xfrm>
            <a:off x="2619375" y="4509134"/>
            <a:ext cx="946785" cy="306070"/>
          </a:xfrm>
          <a:custGeom>
            <a:avLst/>
            <a:gdLst/>
            <a:ahLst/>
            <a:cxnLst/>
            <a:rect l="l" t="t" r="r" b="b"/>
            <a:pathLst>
              <a:path w="946785" h="306070" extrusionOk="0">
                <a:moveTo>
                  <a:pt x="940435" y="306069"/>
                </a:moveTo>
                <a:lnTo>
                  <a:pt x="6350" y="306069"/>
                </a:lnTo>
                <a:lnTo>
                  <a:pt x="4381" y="305765"/>
                </a:lnTo>
                <a:lnTo>
                  <a:pt x="2616" y="304863"/>
                </a:lnTo>
                <a:lnTo>
                  <a:pt x="1206" y="303453"/>
                </a:lnTo>
                <a:lnTo>
                  <a:pt x="304" y="301688"/>
                </a:lnTo>
                <a:lnTo>
                  <a:pt x="0" y="299719"/>
                </a:lnTo>
                <a:lnTo>
                  <a:pt x="0" y="6350"/>
                </a:lnTo>
                <a:lnTo>
                  <a:pt x="6350" y="0"/>
                </a:lnTo>
                <a:lnTo>
                  <a:pt x="940435" y="0"/>
                </a:lnTo>
                <a:lnTo>
                  <a:pt x="94678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93369"/>
                </a:lnTo>
                <a:lnTo>
                  <a:pt x="6350" y="293369"/>
                </a:lnTo>
                <a:lnTo>
                  <a:pt x="12700" y="299719"/>
                </a:lnTo>
                <a:lnTo>
                  <a:pt x="946785" y="299719"/>
                </a:lnTo>
                <a:lnTo>
                  <a:pt x="946480" y="301688"/>
                </a:lnTo>
                <a:lnTo>
                  <a:pt x="945565" y="303453"/>
                </a:lnTo>
                <a:lnTo>
                  <a:pt x="944168" y="304863"/>
                </a:lnTo>
                <a:lnTo>
                  <a:pt x="942390" y="305765"/>
                </a:lnTo>
                <a:lnTo>
                  <a:pt x="940435" y="306069"/>
                </a:lnTo>
                <a:close/>
              </a:path>
              <a:path w="946785" h="306070" extrusionOk="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946785" h="306070" extrusionOk="0">
                <a:moveTo>
                  <a:pt x="93408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934085" y="6350"/>
                </a:lnTo>
                <a:lnTo>
                  <a:pt x="934085" y="12700"/>
                </a:lnTo>
                <a:close/>
              </a:path>
              <a:path w="946785" h="306070" extrusionOk="0">
                <a:moveTo>
                  <a:pt x="934085" y="299719"/>
                </a:moveTo>
                <a:lnTo>
                  <a:pt x="934085" y="6350"/>
                </a:lnTo>
                <a:lnTo>
                  <a:pt x="940435" y="12700"/>
                </a:lnTo>
                <a:lnTo>
                  <a:pt x="946785" y="12700"/>
                </a:lnTo>
                <a:lnTo>
                  <a:pt x="946785" y="293369"/>
                </a:lnTo>
                <a:lnTo>
                  <a:pt x="940435" y="293369"/>
                </a:lnTo>
                <a:lnTo>
                  <a:pt x="934085" y="299719"/>
                </a:lnTo>
                <a:close/>
              </a:path>
              <a:path w="946785" h="306070" extrusionOk="0">
                <a:moveTo>
                  <a:pt x="946785" y="12700"/>
                </a:moveTo>
                <a:lnTo>
                  <a:pt x="940435" y="12700"/>
                </a:lnTo>
                <a:lnTo>
                  <a:pt x="934085" y="6350"/>
                </a:lnTo>
                <a:lnTo>
                  <a:pt x="946785" y="6350"/>
                </a:lnTo>
                <a:lnTo>
                  <a:pt x="946785" y="12700"/>
                </a:lnTo>
                <a:close/>
              </a:path>
              <a:path w="946785" h="306070" extrusionOk="0">
                <a:moveTo>
                  <a:pt x="12700" y="299719"/>
                </a:moveTo>
                <a:lnTo>
                  <a:pt x="6350" y="293369"/>
                </a:lnTo>
                <a:lnTo>
                  <a:pt x="12700" y="293369"/>
                </a:lnTo>
                <a:lnTo>
                  <a:pt x="12700" y="299719"/>
                </a:lnTo>
                <a:close/>
              </a:path>
              <a:path w="946785" h="306070" extrusionOk="0">
                <a:moveTo>
                  <a:pt x="934085" y="299719"/>
                </a:moveTo>
                <a:lnTo>
                  <a:pt x="12700" y="299719"/>
                </a:lnTo>
                <a:lnTo>
                  <a:pt x="12700" y="293369"/>
                </a:lnTo>
                <a:lnTo>
                  <a:pt x="934085" y="293369"/>
                </a:lnTo>
                <a:lnTo>
                  <a:pt x="934085" y="299719"/>
                </a:lnTo>
                <a:close/>
              </a:path>
              <a:path w="946785" h="306070" extrusionOk="0">
                <a:moveTo>
                  <a:pt x="946785" y="299719"/>
                </a:moveTo>
                <a:lnTo>
                  <a:pt x="934085" y="299719"/>
                </a:lnTo>
                <a:lnTo>
                  <a:pt x="940435" y="293369"/>
                </a:lnTo>
                <a:lnTo>
                  <a:pt x="946785" y="293369"/>
                </a:lnTo>
                <a:lnTo>
                  <a:pt x="946785" y="299719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" name="object 13"/>
          <p:cNvSpPr/>
          <p:nvPr/>
        </p:nvSpPr>
        <p:spPr bwMode="auto">
          <a:xfrm>
            <a:off x="4716779" y="4515611"/>
            <a:ext cx="775970" cy="314325"/>
          </a:xfrm>
          <a:custGeom>
            <a:avLst/>
            <a:gdLst/>
            <a:ahLst/>
            <a:cxnLst/>
            <a:rect l="l" t="t" r="r" b="b"/>
            <a:pathLst>
              <a:path w="775970" h="314325" extrusionOk="0">
                <a:moveTo>
                  <a:pt x="0" y="0"/>
                </a:moveTo>
                <a:lnTo>
                  <a:pt x="775715" y="0"/>
                </a:lnTo>
                <a:lnTo>
                  <a:pt x="775715" y="313943"/>
                </a:lnTo>
                <a:lnTo>
                  <a:pt x="0" y="313943"/>
                </a:lnTo>
                <a:lnTo>
                  <a:pt x="0" y="0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" name="object 14"/>
          <p:cNvSpPr txBox="1"/>
          <p:nvPr/>
        </p:nvSpPr>
        <p:spPr bwMode="auto">
          <a:xfrm>
            <a:off x="4800599" y="4559845"/>
            <a:ext cx="2038349" cy="21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840">
              <a:lnSpc>
                <a:spcPct val="100000"/>
              </a:lnSpc>
              <a:defRPr/>
            </a:pPr>
            <a:r>
              <a:rPr sz="1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</a:t>
            </a:r>
            <a:r>
              <a:rPr sz="1400" spc="-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en-US" sz="1400" spc="-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spc="-16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spc="-5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2022</a:t>
            </a:r>
            <a:r>
              <a:rPr sz="14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400" spc="-5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sz="1400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月</a:t>
            </a:r>
            <a:r>
              <a:rPr sz="1400" spc="-5">
                <a:solidFill>
                  <a:srgbClr val="091F5F"/>
                </a:solidFill>
                <a:latin typeface="微软雅黑"/>
                <a:ea typeface="微软雅黑"/>
                <a:cs typeface="微软雅黑"/>
              </a:rPr>
              <a:t>X日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 bwMode="auto">
          <a:xfrm>
            <a:off x="5429250" y="4515484"/>
            <a:ext cx="1435735" cy="314325"/>
          </a:xfrm>
          <a:custGeom>
            <a:avLst/>
            <a:gdLst/>
            <a:ahLst/>
            <a:cxnLst/>
            <a:rect l="l" t="t" r="r" b="b"/>
            <a:pathLst>
              <a:path w="1435734" h="314325" extrusionOk="0">
                <a:moveTo>
                  <a:pt x="1429384" y="314325"/>
                </a:moveTo>
                <a:lnTo>
                  <a:pt x="6350" y="314325"/>
                </a:lnTo>
                <a:lnTo>
                  <a:pt x="4381" y="314020"/>
                </a:lnTo>
                <a:lnTo>
                  <a:pt x="2616" y="313105"/>
                </a:lnTo>
                <a:lnTo>
                  <a:pt x="1206" y="311708"/>
                </a:lnTo>
                <a:lnTo>
                  <a:pt x="304" y="309930"/>
                </a:lnTo>
                <a:lnTo>
                  <a:pt x="0" y="307975"/>
                </a:lnTo>
                <a:lnTo>
                  <a:pt x="0" y="6350"/>
                </a:lnTo>
                <a:lnTo>
                  <a:pt x="6350" y="0"/>
                </a:lnTo>
                <a:lnTo>
                  <a:pt x="1429384" y="0"/>
                </a:lnTo>
                <a:lnTo>
                  <a:pt x="1435734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01625"/>
                </a:lnTo>
                <a:lnTo>
                  <a:pt x="6350" y="301625"/>
                </a:lnTo>
                <a:lnTo>
                  <a:pt x="12700" y="307975"/>
                </a:lnTo>
                <a:lnTo>
                  <a:pt x="1435734" y="307975"/>
                </a:lnTo>
                <a:lnTo>
                  <a:pt x="1435430" y="309930"/>
                </a:lnTo>
                <a:lnTo>
                  <a:pt x="1434515" y="311708"/>
                </a:lnTo>
                <a:lnTo>
                  <a:pt x="1433118" y="313105"/>
                </a:lnTo>
                <a:lnTo>
                  <a:pt x="1431340" y="314020"/>
                </a:lnTo>
                <a:lnTo>
                  <a:pt x="1429384" y="314325"/>
                </a:lnTo>
                <a:close/>
              </a:path>
              <a:path w="1435734" h="314325" extrusionOk="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435734" h="314325" extrusionOk="0">
                <a:moveTo>
                  <a:pt x="1423034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3034" y="6350"/>
                </a:lnTo>
                <a:lnTo>
                  <a:pt x="1423034" y="12700"/>
                </a:lnTo>
                <a:close/>
              </a:path>
              <a:path w="1435734" h="314325" extrusionOk="0">
                <a:moveTo>
                  <a:pt x="1423034" y="307975"/>
                </a:moveTo>
                <a:lnTo>
                  <a:pt x="1423034" y="6350"/>
                </a:lnTo>
                <a:lnTo>
                  <a:pt x="1429384" y="12700"/>
                </a:lnTo>
                <a:lnTo>
                  <a:pt x="1435734" y="12700"/>
                </a:lnTo>
                <a:lnTo>
                  <a:pt x="1435734" y="301625"/>
                </a:lnTo>
                <a:lnTo>
                  <a:pt x="1429384" y="301625"/>
                </a:lnTo>
                <a:lnTo>
                  <a:pt x="1423034" y="307975"/>
                </a:lnTo>
                <a:close/>
              </a:path>
              <a:path w="1435734" h="314325" extrusionOk="0">
                <a:moveTo>
                  <a:pt x="1435734" y="12700"/>
                </a:moveTo>
                <a:lnTo>
                  <a:pt x="1429384" y="12700"/>
                </a:lnTo>
                <a:lnTo>
                  <a:pt x="1423034" y="6350"/>
                </a:lnTo>
                <a:lnTo>
                  <a:pt x="1435734" y="6350"/>
                </a:lnTo>
                <a:lnTo>
                  <a:pt x="1435734" y="12700"/>
                </a:lnTo>
                <a:close/>
              </a:path>
              <a:path w="1435734" h="314325" extrusionOk="0">
                <a:moveTo>
                  <a:pt x="12700" y="307975"/>
                </a:moveTo>
                <a:lnTo>
                  <a:pt x="6350" y="301625"/>
                </a:lnTo>
                <a:lnTo>
                  <a:pt x="12700" y="301625"/>
                </a:lnTo>
                <a:lnTo>
                  <a:pt x="12700" y="307975"/>
                </a:lnTo>
                <a:close/>
              </a:path>
              <a:path w="1435734" h="314325" extrusionOk="0">
                <a:moveTo>
                  <a:pt x="1423034" y="307975"/>
                </a:moveTo>
                <a:lnTo>
                  <a:pt x="12700" y="307975"/>
                </a:lnTo>
                <a:lnTo>
                  <a:pt x="12700" y="301625"/>
                </a:lnTo>
                <a:lnTo>
                  <a:pt x="1423034" y="301625"/>
                </a:lnTo>
                <a:lnTo>
                  <a:pt x="1423034" y="307975"/>
                </a:lnTo>
                <a:close/>
              </a:path>
              <a:path w="1435734" h="314325" extrusionOk="0">
                <a:moveTo>
                  <a:pt x="1435734" y="307975"/>
                </a:moveTo>
                <a:lnTo>
                  <a:pt x="1423034" y="307975"/>
                </a:lnTo>
                <a:lnTo>
                  <a:pt x="1429384" y="301625"/>
                </a:lnTo>
                <a:lnTo>
                  <a:pt x="1435734" y="301625"/>
                </a:lnTo>
                <a:lnTo>
                  <a:pt x="1435734" y="30797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04800" y="209550"/>
            <a:ext cx="1829757" cy="418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 bwMode="auto"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 extrusionOk="0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" name="object 10"/>
          <p:cNvSpPr/>
          <p:nvPr/>
        </p:nvSpPr>
        <p:spPr bwMode="auto"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" name="object 11"/>
          <p:cNvSpPr/>
          <p:nvPr/>
        </p:nvSpPr>
        <p:spPr bwMode="auto"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object 12"/>
          <p:cNvSpPr txBox="1"/>
          <p:nvPr/>
        </p:nvSpPr>
        <p:spPr bwMode="auto"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 bwMode="auto">
          <a:xfrm>
            <a:off x="5515127" y="241573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 bwMode="auto"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 bwMode="auto">
          <a:xfrm>
            <a:off x="5535129" y="381447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 bwMode="auto">
          <a:xfrm>
            <a:off x="1449552" y="1306526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输入标</a:t>
            </a:r>
            <a:r>
              <a:rPr sz="1400" b="1" spc="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题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 bwMode="auto"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" name="object 21"/>
          <p:cNvSpPr/>
          <p:nvPr/>
        </p:nvSpPr>
        <p:spPr bwMode="auto"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 extrusionOk="0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" name="object 22"/>
          <p:cNvSpPr/>
          <p:nvPr/>
        </p:nvSpPr>
        <p:spPr bwMode="auto"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 extrusionOk="0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/>
          <p:cNvSpPr txBox="1"/>
          <p:nvPr/>
        </p:nvSpPr>
        <p:spPr bwMode="auto"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  <a:tabLst>
                <a:tab pos="583565" algn="l"/>
                <a:tab pos="1297940" algn="l"/>
              </a:tabLst>
              <a:defRPr/>
            </a:pPr>
            <a:r>
              <a:rPr sz="1050">
                <a:latin typeface="微软雅黑"/>
                <a:ea typeface="微软雅黑"/>
                <a:cs typeface="宋体"/>
              </a:rPr>
              <a:t>A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	Y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O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U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R	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I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L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E</a:t>
            </a:r>
          </a:p>
        </p:txBody>
      </p:sp>
      <p:sp>
        <p:nvSpPr>
          <p:cNvPr id="27" name="object 4"/>
          <p:cNvSpPr txBox="1">
            <a:spLocks noGrp="1"/>
          </p:cNvSpPr>
          <p:nvPr/>
        </p:nvSpPr>
        <p:spPr bwMode="auto">
          <a:xfrm>
            <a:off x="424180" y="468630"/>
            <a:ext cx="1950085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800" b="1" i="0">
                <a:solidFill>
                  <a:srgbClr val="404040"/>
                </a:solidFill>
                <a:latin typeface="微软雅黑"/>
                <a:ea typeface="+mj-ea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defRPr/>
            </a:pPr>
            <a:r>
              <a:rPr>
                <a:ea typeface="微软雅黑"/>
              </a:rPr>
              <a:t>输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入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标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题</a:t>
            </a:r>
            <a:endParaRPr/>
          </a:p>
        </p:txBody>
      </p:sp>
      <p:sp>
        <p:nvSpPr>
          <p:cNvPr id="23" name="object 5"/>
          <p:cNvSpPr txBox="1"/>
          <p:nvPr/>
        </p:nvSpPr>
        <p:spPr bwMode="auto">
          <a:xfrm>
            <a:off x="1002665" y="2030730"/>
            <a:ext cx="3288030" cy="2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内容打在这里，或者通过复制您的文本。内容打在这里，或者通过复制您的文本。</a:t>
            </a: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r>
              <a:rPr sz="1200"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753644-C023-EEC8-96CC-DF2F85F6F6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/>
          <p:nvPr/>
        </p:nvSpPr>
        <p:spPr bwMode="auto"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 extrusionOk="0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/>
          <p:nvPr/>
        </p:nvSpPr>
        <p:spPr bwMode="auto"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/>
          <p:nvPr/>
        </p:nvSpPr>
        <p:spPr bwMode="auto"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 txBox="1"/>
          <p:nvPr/>
        </p:nvSpPr>
        <p:spPr bwMode="auto"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 txBox="1"/>
          <p:nvPr/>
        </p:nvSpPr>
        <p:spPr bwMode="auto">
          <a:xfrm>
            <a:off x="5515127" y="241573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 txBox="1"/>
          <p:nvPr/>
        </p:nvSpPr>
        <p:spPr bwMode="auto"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 txBox="1"/>
          <p:nvPr/>
        </p:nvSpPr>
        <p:spPr bwMode="auto">
          <a:xfrm>
            <a:off x="5535129" y="381447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 txBox="1"/>
          <p:nvPr/>
        </p:nvSpPr>
        <p:spPr bwMode="auto">
          <a:xfrm>
            <a:off x="1449552" y="1306526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输入标</a:t>
            </a:r>
            <a:r>
              <a:rPr sz="1400" b="1" spc="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题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/>
          <p:nvPr/>
        </p:nvSpPr>
        <p:spPr bwMode="auto"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/>
          <p:nvPr/>
        </p:nvSpPr>
        <p:spPr bwMode="auto"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 extrusionOk="0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/>
          <p:nvPr/>
        </p:nvSpPr>
        <p:spPr bwMode="auto"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 extrusionOk="0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AC1D626-647C-1D41-9A38-80C085AEE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 txBox="1"/>
          <p:nvPr/>
        </p:nvSpPr>
        <p:spPr bwMode="auto"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  <a:tabLst>
                <a:tab pos="583565" algn="l"/>
                <a:tab pos="1297940" algn="l"/>
              </a:tabLst>
              <a:defRPr/>
            </a:pPr>
            <a:r>
              <a:rPr sz="1050">
                <a:latin typeface="微软雅黑"/>
                <a:ea typeface="微软雅黑"/>
                <a:cs typeface="宋体"/>
              </a:rPr>
              <a:t>A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	Y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O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U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R	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I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L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E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 txBox="1">
            <a:spLocks noGrp="1"/>
          </p:cNvSpPr>
          <p:nvPr/>
        </p:nvSpPr>
        <p:spPr bwMode="auto">
          <a:xfrm>
            <a:off x="424180" y="468630"/>
            <a:ext cx="1950085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800" b="1" i="0">
                <a:solidFill>
                  <a:srgbClr val="404040"/>
                </a:solidFill>
                <a:latin typeface="微软雅黑"/>
                <a:ea typeface="+mj-ea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defRPr/>
            </a:pPr>
            <a:r>
              <a:rPr>
                <a:ea typeface="微软雅黑"/>
              </a:rPr>
              <a:t>输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入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标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题</a:t>
            </a:r>
            <a:endParaRPr/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 txBox="1"/>
          <p:nvPr/>
        </p:nvSpPr>
        <p:spPr bwMode="auto">
          <a:xfrm>
            <a:off x="1002665" y="2030730"/>
            <a:ext cx="3288030" cy="2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内容打在这里，或者通过复制您的文本。内容打在这里，或者通过复制您的文本。</a:t>
            </a: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r>
              <a:rPr sz="1200"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6811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CA3937-FF6C-1566-B7E9-2A79AE50834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66CF290F-E32F-7B94-5E8A-599EE28F92E2}"/>
              </a:ext>
            </a:extLst>
          </p:cNvPr>
          <p:cNvSpPr/>
          <p:nvPr/>
        </p:nvSpPr>
        <p:spPr bwMode="auto"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 extrusionOk="0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87A8635-103C-A0B6-50FB-3D2956556187}"/>
              </a:ext>
            </a:extLst>
          </p:cNvPr>
          <p:cNvSpPr/>
          <p:nvPr/>
        </p:nvSpPr>
        <p:spPr bwMode="auto"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C341F47-A063-7A92-9508-89B5196EE6C0}"/>
              </a:ext>
            </a:extLst>
          </p:cNvPr>
          <p:cNvSpPr/>
          <p:nvPr/>
        </p:nvSpPr>
        <p:spPr bwMode="auto"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9E1165E-F93A-61F0-36BB-2D81D36A4977}"/>
              </a:ext>
            </a:extLst>
          </p:cNvPr>
          <p:cNvSpPr txBox="1"/>
          <p:nvPr/>
        </p:nvSpPr>
        <p:spPr bwMode="auto"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AC50E76-C6CC-CA26-DFDD-151CCEFCA8C5}"/>
              </a:ext>
            </a:extLst>
          </p:cNvPr>
          <p:cNvSpPr txBox="1"/>
          <p:nvPr/>
        </p:nvSpPr>
        <p:spPr bwMode="auto">
          <a:xfrm>
            <a:off x="5515127" y="241573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5FEE8CE-38A2-5209-9E9B-FF3E36209408}"/>
              </a:ext>
            </a:extLst>
          </p:cNvPr>
          <p:cNvSpPr txBox="1"/>
          <p:nvPr/>
        </p:nvSpPr>
        <p:spPr bwMode="auto"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52A484D-FC6B-5C5C-9E33-BDC377557C82}"/>
              </a:ext>
            </a:extLst>
          </p:cNvPr>
          <p:cNvSpPr txBox="1"/>
          <p:nvPr/>
        </p:nvSpPr>
        <p:spPr bwMode="auto">
          <a:xfrm>
            <a:off x="5535129" y="3814478"/>
            <a:ext cx="23749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  <a:defRPr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 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此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内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容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输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入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</a:t>
            </a:r>
            <a:r>
              <a:rPr sz="900" spc="-25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本</a:t>
            </a:r>
            <a:endParaRPr sz="9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A865311-988D-1670-19C9-42F00B9E2FC2}"/>
              </a:ext>
            </a:extLst>
          </p:cNvPr>
          <p:cNvSpPr txBox="1"/>
          <p:nvPr/>
        </p:nvSpPr>
        <p:spPr bwMode="auto">
          <a:xfrm>
            <a:off x="1449552" y="1306526"/>
            <a:ext cx="73723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输入标</a:t>
            </a:r>
            <a:r>
              <a:rPr sz="1400" b="1" spc="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题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3B516A3-4B74-A8FB-CA22-949C59A85966}"/>
              </a:ext>
            </a:extLst>
          </p:cNvPr>
          <p:cNvSpPr/>
          <p:nvPr/>
        </p:nvSpPr>
        <p:spPr bwMode="auto"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7199D05-8DAC-4E70-0210-71D75DD45966}"/>
              </a:ext>
            </a:extLst>
          </p:cNvPr>
          <p:cNvSpPr/>
          <p:nvPr/>
        </p:nvSpPr>
        <p:spPr bwMode="auto"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 extrusionOk="0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CC4D27F-FB27-10E3-F7F2-53373CA12F4E}"/>
              </a:ext>
            </a:extLst>
          </p:cNvPr>
          <p:cNvSpPr/>
          <p:nvPr/>
        </p:nvSpPr>
        <p:spPr bwMode="auto"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 extrusionOk="0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BEF5094-2439-3B23-D87B-65DB46319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AED29079-8E0F-DE80-DEF9-28BC08F9C8C3}"/>
              </a:ext>
            </a:extLst>
          </p:cNvPr>
          <p:cNvSpPr txBox="1"/>
          <p:nvPr/>
        </p:nvSpPr>
        <p:spPr bwMode="auto"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00"/>
              </a:lnSpc>
              <a:tabLst>
                <a:tab pos="583565" algn="l"/>
                <a:tab pos="1297940" algn="l"/>
              </a:tabLst>
              <a:defRPr/>
            </a:pPr>
            <a:r>
              <a:rPr sz="1050">
                <a:latin typeface="微软雅黑"/>
                <a:ea typeface="微软雅黑"/>
                <a:cs typeface="宋体"/>
              </a:rPr>
              <a:t>A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D	Y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O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U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R	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I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T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L</a:t>
            </a:r>
            <a:r>
              <a:rPr sz="1050" spc="70">
                <a:latin typeface="微软雅黑"/>
                <a:ea typeface="微软雅黑"/>
                <a:cs typeface="宋体"/>
              </a:rPr>
              <a:t> </a:t>
            </a:r>
            <a:r>
              <a:rPr sz="1050">
                <a:latin typeface="微软雅黑"/>
                <a:ea typeface="微软雅黑"/>
                <a:cs typeface="宋体"/>
              </a:rPr>
              <a:t>E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B6499E08-AA13-65DB-3D6C-DB77E3E0ECD6}"/>
              </a:ext>
            </a:extLst>
          </p:cNvPr>
          <p:cNvSpPr txBox="1">
            <a:spLocks noGrp="1"/>
          </p:cNvSpPr>
          <p:nvPr/>
        </p:nvSpPr>
        <p:spPr bwMode="auto">
          <a:xfrm>
            <a:off x="424180" y="468630"/>
            <a:ext cx="1950085" cy="276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800" b="1" i="0">
                <a:solidFill>
                  <a:srgbClr val="404040"/>
                </a:solidFill>
                <a:latin typeface="微软雅黑"/>
                <a:ea typeface="+mj-ea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defRPr/>
            </a:pPr>
            <a:r>
              <a:rPr>
                <a:ea typeface="微软雅黑"/>
              </a:rPr>
              <a:t>输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入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标</a:t>
            </a:r>
            <a:r>
              <a:rPr spc="60">
                <a:ea typeface="微软雅黑"/>
              </a:rPr>
              <a:t> </a:t>
            </a:r>
            <a:r>
              <a:rPr>
                <a:ea typeface="微软雅黑"/>
              </a:rPr>
              <a:t>题</a:t>
            </a:r>
            <a:endParaRPr/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A72ABF5-F378-1126-A607-9CF2742D6B40}"/>
              </a:ext>
            </a:extLst>
          </p:cNvPr>
          <p:cNvSpPr txBox="1"/>
          <p:nvPr/>
        </p:nvSpPr>
        <p:spPr bwMode="auto">
          <a:xfrm>
            <a:off x="1002665" y="2030730"/>
            <a:ext cx="3288030" cy="249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内容打在这里，或者通过复制您的文本。内容打在这里，或者通过复制您的文本。</a:t>
            </a: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latin typeface="微软雅黑"/>
                <a:ea typeface="微软雅黑"/>
                <a:cs typeface="微软雅黑"/>
              </a:rPr>
              <a:t>内容打在这里，或者通过复制您的文本。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  <a:p>
            <a:pPr marL="12700" indent="0">
              <a:lnSpc>
                <a:spcPct val="150000"/>
              </a:lnSpc>
              <a:buNone/>
              <a:tabLst>
                <a:tab pos="184150" algn="l"/>
              </a:tabLst>
              <a:defRPr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r>
              <a:rPr sz="1200">
                <a:latin typeface="微软雅黑"/>
                <a:ea typeface="微软雅黑"/>
                <a:cs typeface="微软雅黑"/>
              </a:rPr>
              <a:t>Copy paste fonts. Choose the only option to retain text.Copy paste fonts. </a:t>
            </a:r>
            <a:endParaRPr sz="12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1844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511</Words>
  <Application>Microsoft Macintosh PowerPoint</Application>
  <DocSecurity>0</DocSecurity>
  <PresentationFormat>全屏显示(16:9)</PresentationFormat>
  <Paragraphs>41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微软雅黑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娄满榆</cp:lastModifiedBy>
  <cp:revision>12</cp:revision>
  <dcterms:created xsi:type="dcterms:W3CDTF">2022-03-17T17:07:00Z</dcterms:created>
  <dcterms:modified xsi:type="dcterms:W3CDTF">2026-05-27T06:49:52Z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2022-03-11T08:00:00Z</vt:filetime>
  </property>
  <property fmtid="{D5CDD505-2E9C-101B-9397-08002B2CF9AE}" pid="3" name="Creator">
    <vt:lpwstr>WPS 演示</vt:lpwstr>
  </property>
  <property fmtid="{D5CDD505-2E9C-101B-9397-08002B2CF9AE}" pid="4" name="LastSaved">
    <vt:filetime>2022-03-17T08:00:00Z</vt:filetime>
  </property>
  <property fmtid="{D5CDD505-2E9C-101B-9397-08002B2CF9AE}" pid="5" name="ICV">
    <vt:lpwstr>08F4DB5110B44EF997C004A8E3076DBB</vt:lpwstr>
  </property>
  <property fmtid="{D5CDD505-2E9C-101B-9397-08002B2CF9AE}" pid="6" name="KSOProductBuildVer">
    <vt:lpwstr>2052-11.1.0.11372</vt:lpwstr>
  </property>
</Properties>
</file>